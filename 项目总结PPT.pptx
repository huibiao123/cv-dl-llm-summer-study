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ED40F-7A5A-47A1-B4EE-788092CC7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CC07E3-EB07-4DFE-9292-14D949083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DDC999-125D-46A6-86A1-C707E6E0A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E4D401-2BC7-4D34-A5D3-BC67B594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EE7F2C-BE35-45A9-89AB-E26742F5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96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A2762-27EE-4620-9B32-9C18BF0E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C5503E-C92F-4F18-A19D-A4B67B245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CD615C-CA09-4BAB-8A2D-613C451E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D63ABC-27A7-45CA-97BB-56AE61E92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D03912-0127-4FA1-BBEA-C108F9EAC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72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8614D-BCC1-42F8-B495-FB9FB196A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E6F0DB-A761-4926-9DFC-D9493BFD0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3C4310-F0E7-4EF4-AD8B-DBEB5066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8743E4-563E-4E46-8E06-641C78A8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414B42-ECFE-44AB-890B-EEEFC210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811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1CADC-D32D-4290-9FC0-5C5C07F47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511C8-A42D-49C8-815D-A3DC627FD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7BE9FF-4584-4CAD-84F2-799D135EE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53C120-DB7C-44B7-A4E7-AB6718F4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7AABB9-2981-46B5-9079-909A3473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448008-BB4E-476E-8210-2BC6D1CF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11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8A9EF-2DCF-4971-84F6-196F7601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12C5CD-61F5-44B6-9556-87B6750AF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9E20AA-90C1-4047-AEFF-35BFFEB2D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D741E4-14FE-4D76-B16C-D1F451AD1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77B720-6C6E-4122-BB49-64147150F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D3B020-CA79-4432-A67C-E3413B2C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91C3F0-4C85-4F40-90DA-D7C1E6C3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884DF8-9092-450D-8A38-6D1B7A57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128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63AF3-F999-47E7-8811-E5B8A734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7E459E-EDCC-412F-8E54-800F7076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EDDD70-5CF7-41AC-BF15-B0361F9C6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7142F6-696F-4553-B888-7A464A0E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653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A388CF-5BA4-4DD0-AE09-1FD7B041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AD20B0-FC4A-46EA-A6D7-CC3C2480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9D8D4-FF13-4B3B-BD2F-00A8ECC6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090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8BB0C-6634-4455-9120-EE66F26F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52A10E-9C9A-4117-BA05-E2F3F6BC0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C4A494-4325-49CC-AA3F-862B29DEB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CBB899-86BB-47B2-9DE5-EA82F0B6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E2F048-95B1-4260-9527-750A69AE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5230E1-3E54-407C-AC43-D1F33772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14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2D91D-B566-4D58-87BF-D87074B8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96B545-C490-4E0B-8B6A-806823AAF7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533BA7-1D7F-4EDF-AA8B-C92759C6C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EBC835-DEBA-4269-B5C5-C109ABAC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C0455D-CE86-47DA-B0CB-3A73FA8C8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932DF1-490D-4223-AF93-F4564E0E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29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523E6-807C-44EE-830B-E530AEF7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524F0E-E276-4875-8172-D6FCA51E8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B6ACD4-6AAB-4AF4-B209-568671A05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F89EC3-02D4-4C62-BC1D-A29F009B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974878-7F26-4ED2-AAF4-631A9B08D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462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4663E7-A52B-41A7-8E4A-35DF848BB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22D122-DAE2-48A5-AE74-0B6A0EAB5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7A3175-60AF-44A9-AB43-A8DF5105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7CB56C-3EFB-4AEA-A7BC-38E092A4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C039A5-D0A6-413F-AE3E-C8C90270C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30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25EB04-2180-4A48-8247-710F170C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182C73-CA56-4E91-812B-E4C218A3F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2D6270-77A4-45DA-B07B-2524726B7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59875-B8B6-433D-BE3D-D2947960D3BF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C2CEC-8A17-4983-A04F-D894CC7857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3AF426-01BF-49A3-95BA-E2D72A374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2AE17-786E-4464-9F6D-2E34C3F186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17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417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20242A"/>
                </a:solidFill>
              </a:rPr>
              <a:t>计算机视觉 · 深度学习 · 大模型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435778"/>
                </a:solidFill>
              </a:rPr>
              <a:t>暑期三个月学习与实践总结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033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646C76"/>
                </a:solidFill>
              </a:rPr>
              <a:t>学习笔记 · 代码实践 · 综合项目 · GitHub 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42A"/>
                </a:solidFill>
              </a:rPr>
              <a:t>一、三个月学习路线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45920"/>
            <a:ext cx="2103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810512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01  OpenCV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04288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图像读取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灰度化、滤波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二值化、轮廓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645920"/>
            <a:ext cx="2103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1810512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02  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304288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Tensor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Dataset / DataLoader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训练流程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59" y="1645920"/>
            <a:ext cx="2103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9240" y="1810512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03 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304288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MNIST / Fashion-MNIST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卷积、池化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图像分类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645920"/>
            <a:ext cx="2103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59" y="1810512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04  ResNet18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2304288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预训练模型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迁移学习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分类层调整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1645920"/>
            <a:ext cx="2103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12680" y="1810512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05 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304288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Transformer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Attention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Token /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42A"/>
                </a:solidFill>
              </a:rPr>
              <a:t>二、计算机视觉基础实践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OpenCV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图像读取与保存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灰度化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滤波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二值化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形态学操作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轮廓检测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实践方式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通过基础图像处理实验理解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从原始图像到结构化信息的基本流程。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阶段成果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能够使用 OpenCV 完成基础图像处理实验，并理解传统视觉方法的基本流程。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42A"/>
                </a:solidFill>
              </a:rPr>
              <a:t>三、深度学习基础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PyTorch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Tensor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Dataset / DataLoader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Loss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Optimizer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训练 / 验证 / 测试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模型实践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基础模型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MLP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CNN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ResNet18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训练实践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训练循环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参数更新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模型保存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结果记录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42A"/>
                </a:solidFill>
              </a:rPr>
              <a:t>四、综合实践：Fashion-MNIST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10 类服饰图像分类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28 × 28 灰度图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用于综合练习数据处理、模型训练和测试流程。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主要流程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数据集准备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预处理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模型构建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训练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↓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验证 / 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当前定位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以基础 CNN 实践为主。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进一步的模型比较、数据增强和系统化参数实验作为后续拓展。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42A"/>
                </a:solidFill>
              </a:rPr>
              <a:t>五、ResNet18 迁移学习实践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105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预训练模型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使用 ImageNet 预训练 ResNet18。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理解预训练特征提取与任务分类层之间的关系。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实验方式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0428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冻结主要特征提取层。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替换最终分类层。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进行基础分类实验。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实际记录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04288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项目中已有训练与验证结果记录。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最终汇报以仓库中的真实结果为准，不使用虚构的对比数据。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42A"/>
                </a:solidFill>
              </a:rPr>
              <a:t>六、项目仓库与可复现性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67128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OpenCV 实验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深度学习实验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Fashion-MNIST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ResNet18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LLM 学习记录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67128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Python 3.11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requirements.txt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environment.yml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README 运行说明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67128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不保存 API Key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不提交 Token / 密码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API 密钥通过本地环境变量或 .env 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42A"/>
                </a:solidFill>
              </a:rPr>
              <a:t>七、三个月学习收获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建立 CV、DL、LLM 的基础知识框架。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能够完成基础图像处理和深度学习实验，并整理成项目代码。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开始形成“数据 → 模型 → 训练 → 测试 → 结果记录”的基本实践流程。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42A"/>
                </a:solidFill>
              </a:rPr>
              <a:t>八、项目不足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学习深度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学习范围较广，但部分方向仍处于基础阶段。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实验规模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Fashion-MNIST 目前以基础实践为主，部分进一步实验尚待补充。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12848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目前主要完成基础概念学习，尚未将大模型训练 / 微调作为本项目成果。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0242A"/>
                </a:solidFill>
              </a:rPr>
              <a:t>九、后续拓展计划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深度学习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67128"/>
            <a:ext cx="301752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补充优化、正则化、泛化等理论。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endParaRPr/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完善 Fashion-MNIST 实验。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计算机视觉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67128"/>
            <a:ext cx="301752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目标检测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语义分割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Vision Transformer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673351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35778"/>
                </a:solidFill>
              </a:rPr>
              <a:t>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67128"/>
            <a:ext cx="301752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Transformer 深入学习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LoRA / PEFT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RAG</a:t>
            </a:r>
          </a:p>
          <a:p>
            <a:pPr>
              <a:spcAft>
                <a:spcPts val="700"/>
              </a:spcAft>
              <a:defRPr sz="1300">
                <a:solidFill>
                  <a:srgbClr val="20242A"/>
                </a:solidFill>
              </a:defRPr>
            </a:pPr>
            <a:r>
              <a:t>多模态与 CV +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C76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宽屏</PresentationFormat>
  <Paragraphs>144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表 灰</dc:creator>
  <cp:lastModifiedBy>表 灰</cp:lastModifiedBy>
  <cp:revision>1</cp:revision>
  <dcterms:created xsi:type="dcterms:W3CDTF">2026-09-07T02:40:01Z</dcterms:created>
  <dcterms:modified xsi:type="dcterms:W3CDTF">2026-09-07T02:40:13Z</dcterms:modified>
</cp:coreProperties>
</file>